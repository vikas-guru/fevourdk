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llkBOpSIo+foDNAV8ppHfAk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3608250"/>
            <a:ext cx="9246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1117"/>
                </a:solidFill>
                <a:highlight>
                  <a:srgbClr val="F0F6FC"/>
                </a:highlight>
              </a:rPr>
              <a:t>Agentic Back-Office for NGOs &amp; CSR — Fevourd-K is the NGO/CSR system of record; UiPath Maestro is the agentic layer that runs six back-office workflows and escalates only the decisions that need a human.</a:t>
            </a:r>
            <a:endParaRPr sz="1800">
              <a:solidFill>
                <a:srgbClr val="0D1117"/>
              </a:solidFill>
              <a:highlight>
                <a:srgbClr val="F0F6FC"/>
              </a:highlight>
            </a:endParaRPr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464800" y="14927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>ImpactOps Maestro</a:t>
            </a:r>
            <a:endParaRPr sz="5300" u="sng"/>
          </a:p>
        </p:txBody>
      </p:sp>
      <p:pic>
        <p:nvPicPr>
          <p:cNvPr id="170" name="Google Shape;1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6775" y="778600"/>
            <a:ext cx="3861067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229100" y="1952325"/>
            <a:ext cx="46167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>NGOs run on modern software, but their back-office is still manual: chasing compliance renewal documents and expiry dates, hand-writing every donor and CSR update, eyeballing field photos with no verifiable trail, re-keying expense receipts into ledgers, and assembling CSR reports through week-long email threads. That is roughly 6 recurring staff-days a month of cross-tool busywork — hours that should go to the field, not the filing.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</p:txBody>
      </p:sp>
      <p:sp>
        <p:nvSpPr>
          <p:cNvPr id="179" name="Google Shape;179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0" name="Google Shape;180;p3"/>
          <p:cNvSpPr txBox="1"/>
          <p:nvPr>
            <p:ph idx="4" type="body"/>
          </p:nvPr>
        </p:nvSpPr>
        <p:spPr>
          <a:xfrm>
            <a:off x="6089650" y="1800000"/>
            <a:ext cx="52557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ImpactOps Maestro is a UiPath Maestro agentic process layered on the Fevourd-K NGO/CSR platform. Agents read live state through a guarded API, run the repeatable work across six workflows, escalate the two things humans must own — money and compliance — to UiPath Action Center, and write results back into the record. Fevourd-K stays the system of record; UiPath is the orchestration and governance layer.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0" y="2721889"/>
            <a:ext cx="1217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259199" y="1196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NGO compliance, program &amp; field staff, finance teams, corporate CSR funders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NGO operations, finance &amp; compliance; corporate CSR / ESG teams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Nonprofit / NGO · CSR · Social Impact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Maestro · Studio (agentic) · API Workflows · Action Center · Orchestrator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Laravel · Vue 3 · MySQL · REST API · Codex + Claude Code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359999" y="859929"/>
            <a:ext cx="10398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438691" y="1016651"/>
            <a:ext cx="5497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 sz="1500"/>
          </a:p>
        </p:txBody>
      </p:sp>
      <p:sp>
        <p:nvSpPr>
          <p:cNvPr id="191" name="Google Shape;191;p4"/>
          <p:cNvSpPr txBox="1"/>
          <p:nvPr/>
        </p:nvSpPr>
        <p:spPr>
          <a:xfrm>
            <a:off x="6302301" y="1779735"/>
            <a:ext cx="55005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Removes ~6 recurring staff-days a month of manual back-office work, freeing time for the field.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CSR impact reports assembled on demand with a full audit trail — from ~1 week to seconds.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Field proof verified against real GPS trails, not self-reported photos — trustworthy for funders.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Money and compliance decisions always stay with a human in Action Center — agentic never means unsupervised.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-1" y="1414435"/>
            <a:ext cx="114594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ImpactOps Maestro runs a closed perceive → act → escalate → write-back loop.</a:t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r>
              <a:rPr/>
              <a:t>UiPath Maestro orchestrates six workflows (Compliance Review, Campaign Draft, Field Proof, Finance Claim, CSR Report, and the orchestrator). UiPath Studio agents read live state from the Fevourd-K platform through a token-guarded REST API, run the repeatable work, and route every money or compliance decision to a human in UiPath Action Center before writing results back. Fevourd-K (Laravel + Vue) is the system of record and operating portal.</a:t>
            </a:r>
          </a:p>
          <a:p>
            <a:r>
              <a:rPr/>
              <a:t/>
            </a:r>
          </a:p>
          <a:p>
            <a:r>
              <a:rPr/>
              <a:t>Live demo:  https://fevourdk.online/</a:t>
            </a:r>
          </a:p>
          <a:p>
            <a:r>
              <a:rPr/>
              <a:t>GitHub repo:  https://github.com/vikas-guru/fevourdk</a:t>
            </a:r>
          </a:p>
          <a:p>
            <a:r>
              <a:rPr/>
              <a:t>UiPath Labs tenant:  https://cloud.uipath.com/fevourdk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