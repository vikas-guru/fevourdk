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321040" y="731520"/>
            <a:ext cx="2834640" cy="274320"/>
          </a:xfrm>
          <a:prstGeom prst="line">
            <a:avLst/>
          </a:prstGeom>
          <a:noFill/>
          <a:ln w="1587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55680" y="731520"/>
            <a:ext cx="274320" cy="1920240"/>
          </a:xfrm>
          <a:prstGeom prst="line">
            <a:avLst/>
          </a:prstGeom>
          <a:noFill/>
          <a:ln w="1587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8686800" y="2651760"/>
            <a:ext cx="2743200" cy="182880"/>
          </a:xfrm>
          <a:prstGeom prst="line">
            <a:avLst/>
          </a:prstGeom>
          <a:noFill/>
          <a:ln w="1587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8321040" y="1005840"/>
            <a:ext cx="365760" cy="1828800"/>
          </a:xfrm>
          <a:prstGeom prst="line">
            <a:avLst/>
          </a:prstGeom>
          <a:noFill/>
          <a:ln w="1587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0" y="1005840"/>
            <a:ext cx="3108960" cy="1645920"/>
          </a:xfrm>
          <a:prstGeom prst="line">
            <a:avLst/>
          </a:prstGeom>
          <a:noFill/>
          <a:ln w="1587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65592" y="850392"/>
            <a:ext cx="310896" cy="3108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1045952" y="621792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1320272" y="2542032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8577072" y="2724912"/>
            <a:ext cx="219456" cy="21945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508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FEVOURD-K  ×  UiPATH  ·  AGENTHACK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9659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ImpactOps Maestro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back-office for NGOs &amp; CSR — read, act, escalate, write back.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Fevourd-K — Vikas Chandra Guru · Kavan Kumar KR · Nithin Annaiah · Hemanth Gowda AP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NGOs lose days to back-office paperwork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renewals, campaign updates, field proof, finance claims, and CSR reports — repeatable, rules-based chores with occasional judgment calls, scattered across disconnected tools.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3209544"/>
            <a:ext cx="2734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390448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staff-days / month lost to manual busywork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94760" y="306324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59352" y="3209544"/>
            <a:ext cx="2734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959352" y="390448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tools &amp; spreadsheets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269480" y="1325880"/>
            <a:ext cx="4370832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/Users/vikasguru/GURU/FevourdK/docs/agenthack-assets/screenshots/04-ngo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632" y="1779270"/>
            <a:ext cx="4224528" cy="2933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agentic layer on the system of record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903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ImpactOps Maestro is a UiPath Maestro process running six workflows on top of Fevourd-K. It reads live state, runs the repeatable work, escalates only the judgment calls, then writes the result back.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18120" y="1371600"/>
            <a:ext cx="384048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Users/vikasguru/GURU/FevourdK/docs/agenthack-assets/screenshots/01-public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1272" y="1474013"/>
            <a:ext cx="3694176" cy="24012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434340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43434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127248" y="43434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566160" y="434340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6616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297680" y="43434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53328" y="43434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492240" y="434340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9224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223760" y="43434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979408" y="43434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9418320" y="434340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41832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149840" y="434340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back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harness UiPath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91672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Users/vikasguru/GURU/FevourdK/docs/agenthack-assets/video/architecture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2444" y="1307592"/>
            <a:ext cx="7624064" cy="42885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77900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Fevourd-K = system of record · UiPath Maestro = agentic layer · Action Center = human gates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UiPath components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Maestro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ImpactOps Maestro agentic process (6-node flow + human-approval nodes)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Studio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package per workflow: Compliance, Campaign, Field Proof, Finance, CSR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Orchestrator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 Fevourd-K-Demo: queues, credential + config assets, event + cron triggers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Action Center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gates: compliance sign-off, finance approve/reject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API Workflows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read Fevourd-K state and write results back over JSON APIs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EF3C7"/>
          </a:solidFill>
          <a:ln w="15875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8680" y="50749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Type:  </a:t>
            </a:r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Agents (Studio + API Workflows + Maestro + Action Center). No Coded Agents.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workflows, one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83864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89888" y="15544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Review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8096" y="221284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renewal docs, routes to sign-off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2544" y="1371600"/>
            <a:ext cx="3483864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572768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93792" y="15544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Draft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21284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donor updates as drafts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6448" y="1371600"/>
            <a:ext cx="3483864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57616" y="1572768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57616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97696" y="155448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Proof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75904" y="221284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GPS trails against sites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483864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675888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89888" y="36576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Claim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8096" y="431596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claims, escalates over-threshold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52544" y="3474720"/>
            <a:ext cx="3483864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53712" y="3675888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53712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93792" y="36576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 Report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72000" y="431596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verified impact summaries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56448" y="3474720"/>
            <a:ext cx="3483864" cy="1783080"/>
          </a:xfrm>
          <a:prstGeom prst="round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57616" y="3675888"/>
            <a:ext cx="502920" cy="5029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57616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997696" y="365760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Maestro Process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375904" y="4315968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handoffs + approvals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runs the same loop: perceive → act → escalate → write back.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Review — human sign-off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9436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vikasguru/GURU/FevourdK/docs/agenthack-assets/screenshots/05-compliance-docu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204" y="1490472"/>
            <a:ext cx="5780471" cy="4014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0" y="1691640"/>
            <a:ext cx="48737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NGO 12A/80G renewal documents, checks expiry, mandatory fields, and registration status, then routes a clean summary to a compliance officer in Action Center. One click signs off — and the status writes straight back into Fevourd-K.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Draft — control stays human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96712" y="1417320"/>
            <a:ext cx="59436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vikasguru/GURU/FevourdK/docs/agenthack-assets/screenshots/06-feed-studio-campaign-dra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276" y="1490472"/>
            <a:ext cx="5780471" cy="4014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91640"/>
            <a:ext cx="48737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latest campaign and field progress and assembles a donor-ready update — copy, impact numbers, hashtags. It stops at a draft, never auto-posted. The NGO reviews and schedules.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Proof — verifiable, not self-reported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9436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vikasguru/GURU/FevourdK/docs/agenthack-assets/screenshots/08-field-proof-t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204" y="1490472"/>
            <a:ext cx="5780471" cy="4014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0" y="1691640"/>
            <a:ext cx="48737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a field session's live GPS trail against the assigned site and confirms completion, then marks the task Verified — proof a funder can trust.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Claim — money is always human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96712" y="1417320"/>
            <a:ext cx="59436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vikasguru/GURU/FevourdK/docs/agenthack-assets/screenshots/09-finance-clai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276" y="1490472"/>
            <a:ext cx="5780471" cy="4014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91640"/>
            <a:ext cx="48737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each expense claim against the budget line and policy limits. Over threshold, it escalates to Action Center for Approve/Reject. On approval, the entry posts straight to the NGO ledger — no manual re-keying.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61872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 Report — on demand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94360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/Users/vikasguru/GURU/FevourdK/docs/agenthack-assets/screenshots/12-csr-dashboard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204" y="1490472"/>
            <a:ext cx="5780471" cy="4014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0" y="1691640"/>
            <a:ext cx="487375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schedule, the CSR agent gathers verified field proof, approved spend, and compliance status into one CSR-ready summary — every number traceable to a verified source. A week of chasing teams becomes ready on demand.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line we never cross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430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Fevourd-K </a:t>
            </a:r>
            <a:pPr algn="ctr" indent="0" marL="0">
              <a:lnSpc>
                <a:spcPct val="135000"/>
              </a:lnSpc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loses control of the data.</a:t>
            </a:r>
            <a:endParaRPr lang="en-US" sz="3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UiPath </a:t>
            </a:r>
            <a:pPr algn="ctr" indent="0" marL="0">
              <a:lnSpc>
                <a:spcPct val="135000"/>
              </a:lnSpc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decides the money alone.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470916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and compliance are mandatory human approvals via Action Center. Lower-risk steps run unattended — agentic never means unsupervised where it matters.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platform, real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49859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2194560"/>
            <a:ext cx="22242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54680"/>
            <a:ext cx="21328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 reached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12998" y="1737360"/>
            <a:ext cx="249859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50158" y="2194560"/>
            <a:ext cx="22242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595878" y="3154680"/>
            <a:ext cx="21328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GPS-verified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7356" y="1737360"/>
            <a:ext cx="249859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14516" y="2194560"/>
            <a:ext cx="22242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60236" y="3154680"/>
            <a:ext cx="21328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 &amp; sanitation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1714" y="1737360"/>
            <a:ext cx="2498598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78874" y="2194560"/>
            <a:ext cx="22242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₹14.75L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324594" y="3154680"/>
            <a:ext cx="21328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tracked, full audit trail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6177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over ~4.5 months — 44 commits since Feb 2026. ImpactOps Maestro is the UiPath agentic layer on top of a real, maturing platform.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034272" y="603504"/>
            <a:ext cx="1984248" cy="192024"/>
          </a:xfrm>
          <a:prstGeom prst="line">
            <a:avLst/>
          </a:prstGeom>
          <a:noFill/>
          <a:ln w="1587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18520" y="603504"/>
            <a:ext cx="192024" cy="1344168"/>
          </a:xfrm>
          <a:prstGeom prst="line">
            <a:avLst/>
          </a:prstGeom>
          <a:noFill/>
          <a:ln w="1587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290304" y="1947672"/>
            <a:ext cx="1920240" cy="128016"/>
          </a:xfrm>
          <a:prstGeom prst="line">
            <a:avLst/>
          </a:prstGeom>
          <a:noFill/>
          <a:ln w="1587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 flipV="1">
            <a:off x="9034272" y="795528"/>
            <a:ext cx="256032" cy="1280160"/>
          </a:xfrm>
          <a:prstGeom prst="line">
            <a:avLst/>
          </a:prstGeom>
          <a:noFill/>
          <a:ln w="1587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34272" y="795528"/>
            <a:ext cx="2176272" cy="1152144"/>
          </a:xfrm>
          <a:prstGeom prst="line">
            <a:avLst/>
          </a:prstGeom>
          <a:noFill/>
          <a:ln w="15875">
            <a:solidFill>
              <a:srgbClr val="CADCFC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25458" y="686714"/>
            <a:ext cx="217627" cy="217627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0941710" y="526694"/>
            <a:ext cx="153619" cy="153619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1133734" y="1870862"/>
            <a:ext cx="153619" cy="153619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9213494" y="1998878"/>
            <a:ext cx="153619" cy="153619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8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Fevourd-K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16916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Vikas Chandra Guru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66360" y="16916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2585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Kavan Kumar KR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66360" y="225856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Developer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8254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Nithin Annaiah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66360" y="282549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 Developer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3924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Hemanth Gowda AP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66360" y="339242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/ QA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42519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fevourdk.online</a:t>
            </a:r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Code:  </a:t>
            </a:r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github.com/vikas-guru/fevourdk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ImpactOps Maestro — the agentic back-office for social impact.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ImpactOps Maestro — AgentHack 2026</dc:title>
  <dc:subject>PptxGenJS Presentation</dc:subject>
  <dc:creator>Team Fevourd-K</dc:creator>
  <cp:lastModifiedBy>Team Fevourd-K</cp:lastModifiedBy>
  <cp:revision>1</cp:revision>
  <dcterms:created xsi:type="dcterms:W3CDTF">2026-06-28T04:43:59Z</dcterms:created>
  <dcterms:modified xsi:type="dcterms:W3CDTF">2026-06-28T04:43:59Z</dcterms:modified>
</cp:coreProperties>
</file>