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vikasguru/GURU/FevourdK/docs/agenthack-assets/video/title-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system is modern. The operations are still manual.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75688"/>
            <a:ext cx="310896" cy="31089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057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383280" y="20574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Chasing renewal documents &amp; expiry dates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642616"/>
            <a:ext cx="310896" cy="31089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6243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383280" y="262432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Hand-writing every donor / CSR update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209544"/>
            <a:ext cx="310896" cy="31089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3191256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proof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383280" y="319125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Eyeballing photos with no verifiable trail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776472"/>
            <a:ext cx="310896" cy="310896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375818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383280" y="3758184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Re-keying receipts into ledgers by hand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343400"/>
            <a:ext cx="310896" cy="31089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432511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 reports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383280" y="432511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 of email threads to assemble one report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052560" y="214884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CBD5E1">
                <a:alpha val="5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44000" y="2286000"/>
            <a:ext cx="2331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973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~6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9144000" y="2990088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staff-days / month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cross-tool busywork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rules-based chores with occasional judgment calls — the exact shape of agentic automation.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REAL NGO, ONE REAL CAMPAIGN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27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Vikasana: Clean Drinking Water for Mandya Villages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7040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Karnataka NGO on Fevourd-K runs a live fundraising campaign — borewells and water filters for villages in Mandya district. We follow this one campaign through all six agentic workflows.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108960"/>
            <a:ext cx="21945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CBD5E1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324612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₹5.12L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31520" y="395020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of ₹8.0L target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971800" y="3108960"/>
            <a:ext cx="21945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CBD5E1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063240" y="324612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6A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063240" y="395020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 field sessions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GPS-verified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303520" y="310896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CBD5E1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394960" y="324612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Acme CSR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394960" y="3950208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funder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(sandbox)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0080" y="480060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/ sandbox tenant — fake amounts &amp; redacted PII. No production data.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946136" y="1499616"/>
            <a:ext cx="3675888" cy="2586228"/>
          </a:xfrm>
          <a:prstGeom prst="roundRect">
            <a:avLst>
              <a:gd name="adj" fmla="val 35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45000"/>
              </a:srgbClr>
            </a:outerShdw>
          </a:effectLst>
        </p:spPr>
      </p:sp>
      <p:pic>
        <p:nvPicPr>
          <p:cNvPr id="16" name="Image 0" descr="/Users/vikasguru/GURU/FevourdK/docs/agenthack-assets/screenshots/04-ngo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554480"/>
            <a:ext cx="3566160" cy="2476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</p:sp>
      <p:pic>
        <p:nvPicPr>
          <p:cNvPr id="3" name="Image 0" descr="/Users/vikasguru/GURU/FevourdK/public/assets/images/fevourd-k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502920" cy="5120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603504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123444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Fevourd-K</a:t>
            </a:r>
            <a:pPr indent="0" marL="0">
              <a:lnSpc>
                <a:spcPct val="100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is the system of record.
</a:t>
            </a:r>
            <a:pPr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DBA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UiPath ImpactOps Maestro</a:t>
            </a:r>
            <a:pPr indent="0" marL="0">
              <a:lnSpc>
                <a:spcPct val="100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is the agentic layer.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640080" y="3200400"/>
            <a:ext cx="2606040" cy="1783080"/>
          </a:xfrm>
          <a:prstGeom prst="roundRect">
            <a:avLst>
              <a:gd name="adj" fmla="val 512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68680" y="342900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3429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4041648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68680" y="449884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state from Fevourd-K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3255264" y="3749040"/>
            <a:ext cx="2926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3538728" y="3200400"/>
            <a:ext cx="2606040" cy="1783080"/>
          </a:xfrm>
          <a:prstGeom prst="roundRect">
            <a:avLst>
              <a:gd name="adj" fmla="val 512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767328" y="342900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4" name="Text 11"/>
          <p:cNvSpPr/>
          <p:nvPr/>
        </p:nvSpPr>
        <p:spPr>
          <a:xfrm>
            <a:off x="3767328" y="3429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767328" y="4041648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3767328" y="449884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repeatable work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153912" y="3749040"/>
            <a:ext cx="2926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6437376" y="3200400"/>
            <a:ext cx="2606040" cy="1783080"/>
          </a:xfrm>
          <a:prstGeom prst="roundRect">
            <a:avLst>
              <a:gd name="adj" fmla="val 512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665976" y="3429000"/>
            <a:ext cx="457200" cy="45720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0" name="Text 17"/>
          <p:cNvSpPr/>
          <p:nvPr/>
        </p:nvSpPr>
        <p:spPr>
          <a:xfrm>
            <a:off x="6665976" y="3429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665976" y="4041648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Escalate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6665976" y="449884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judgment calls to a human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9052560" y="3749040"/>
            <a:ext cx="2926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9336024" y="3200400"/>
            <a:ext cx="2606040" cy="1783080"/>
          </a:xfrm>
          <a:prstGeom prst="roundRect">
            <a:avLst>
              <a:gd name="adj" fmla="val 512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564624" y="342900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6" name="Text 23"/>
          <p:cNvSpPr/>
          <p:nvPr/>
        </p:nvSpPr>
        <p:spPr>
          <a:xfrm>
            <a:off x="9564624" y="3429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9564624" y="4041648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back</a:t>
            </a:r>
            <a:endParaRPr lang="en-US" sz="1900" dirty="0"/>
          </a:p>
        </p:txBody>
      </p:sp>
      <p:sp>
        <p:nvSpPr>
          <p:cNvPr id="28" name="Text 25"/>
          <p:cNvSpPr/>
          <p:nvPr/>
        </p:nvSpPr>
        <p:spPr>
          <a:xfrm>
            <a:off x="9564624" y="449884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into the record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640080" y="5440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closed perceive → act loop, coordinated by Maestro — humans only where it matters.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vikasguru/GURU/FevourdK/docs/agenthack-assets/video/architecture-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MAESTRO ORCHESTRATES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workflows, one agentic process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5204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CBD5E1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176272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1762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54480" y="217627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Review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2788920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renewal docs, expiry, status → human sign-off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1920240"/>
            <a:ext cx="35204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CBD5E1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36592" y="2176272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4736592" y="21762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394960" y="217627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Campaign Draft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54880" y="2788920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Assembles a donor-ready update as a draft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321040" y="1920240"/>
            <a:ext cx="35204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CBD5E1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77072" y="2176272"/>
            <a:ext cx="502920" cy="50292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6" name="Text 14"/>
          <p:cNvSpPr/>
          <p:nvPr/>
        </p:nvSpPr>
        <p:spPr>
          <a:xfrm>
            <a:off x="8577072" y="21762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235440" y="217627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Proof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595360" y="2788920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GPS trail &amp; completion evidence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3904488"/>
            <a:ext cx="35204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CBD5E1">
                <a:alpha val="5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96112" y="4160520"/>
            <a:ext cx="502920" cy="50292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1" name="Text 19"/>
          <p:cNvSpPr/>
          <p:nvPr/>
        </p:nvSpPr>
        <p:spPr>
          <a:xfrm>
            <a:off x="896112" y="4160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54480" y="416052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Finance Claim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14400" y="4773168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check → human approve → posts to ledger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480560" y="3904488"/>
            <a:ext cx="35204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CBD5E1">
                <a:alpha val="5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36592" y="4160520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6" name="Text 24"/>
          <p:cNvSpPr/>
          <p:nvPr/>
        </p:nvSpPr>
        <p:spPr>
          <a:xfrm>
            <a:off x="4736592" y="4160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394960" y="416052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CSR Report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754880" y="4773168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Gathers verified proof into one summary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321040" y="3904488"/>
            <a:ext cx="35204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CBD5E1">
                <a:alpha val="5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577072" y="4160520"/>
            <a:ext cx="502920" cy="502920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31" name="Text 29"/>
          <p:cNvSpPr/>
          <p:nvPr/>
        </p:nvSpPr>
        <p:spPr>
          <a:xfrm>
            <a:off x="8577072" y="4160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235440" y="416052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Maestro Process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8595360" y="4773168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handoffs + approvals across all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Review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6858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2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Vikasana's 12A/80G renewal docs, checked automatically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640080" y="246888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46888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194560" y="246888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Pulls registration docs from Fevourd-K via API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10896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10896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94560" y="310896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expiry, mandatory fields, status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74904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74904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194560" y="374904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one doc expiring soon → officer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438912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DCFCE7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3891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BACK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94560" y="438912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flips to “Reviewed” in Fevourd-K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0080" y="5074920"/>
            <a:ext cx="6766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signs off in UiPath Action Center — one click.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763256" y="1316736"/>
            <a:ext cx="3858768" cy="2713228"/>
          </a:xfrm>
          <a:prstGeom prst="roundRect">
            <a:avLst>
              <a:gd name="adj" fmla="val 33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45000"/>
              </a:srgbClr>
            </a:outerShdw>
          </a:effectLst>
        </p:spPr>
      </p:sp>
      <p:pic>
        <p:nvPicPr>
          <p:cNvPr id="20" name="Image 0" descr="/Users/vikasguru/GURU/FevourdK/docs/agenthack-assets/screenshots/05-compliance-docum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1371600"/>
            <a:ext cx="3749040" cy="260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Draft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6858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2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donor update for the water campaign — drafted, not posted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640080" y="246888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46888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194560" y="246888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campaign + field progress (₹5.12L raised)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10896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10896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94560" y="310896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copy, impact numbers, hashtags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74904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74904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194560" y="374904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Lands in Feed Studio as an editable draft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438912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DCFCE7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3891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94560" y="438912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 reviews &amp; schedules — keeps control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0080" y="5074920"/>
            <a:ext cx="6766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writes; the NGO keeps editorial control — never auto-posts.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763256" y="1316736"/>
            <a:ext cx="3858768" cy="2713228"/>
          </a:xfrm>
          <a:prstGeom prst="roundRect">
            <a:avLst>
              <a:gd name="adj" fmla="val 33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45000"/>
              </a:srgbClr>
            </a:outerShdw>
          </a:effectLst>
        </p:spPr>
      </p:sp>
      <p:pic>
        <p:nvPicPr>
          <p:cNvPr id="20" name="Image 0" descr="/Users/vikasguru/GURU/FevourdK/docs/agenthack-assets/screenshots/06-feed-studio-campaign-dra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1371600"/>
            <a:ext cx="3749040" cy="260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Proof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6858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2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Borewell visit in Mandya — verified by GPS trail, not a photo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640080" y="246888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46888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194560" y="246888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session + GPS trail points from the app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10896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10896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94560" y="310896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active session vs. assigned village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74904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74904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194560" y="374904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task was actually completed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438912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DCFCE7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3891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BACK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94560" y="438912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badge flips to “Verified ✓”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0080" y="5074920"/>
            <a:ext cx="6766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proof for funders — not self-reported.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763256" y="1316736"/>
            <a:ext cx="3858768" cy="2713228"/>
          </a:xfrm>
          <a:prstGeom prst="roundRect">
            <a:avLst>
              <a:gd name="adj" fmla="val 33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45000"/>
              </a:srgbClr>
            </a:outerShdw>
          </a:effectLst>
        </p:spPr>
      </p:sp>
      <p:pic>
        <p:nvPicPr>
          <p:cNvPr id="20" name="Image 0" descr="/Users/vikasguru/GURU/FevourdK/docs/agenthack-assets/screenshots/08-field-proof-tr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1371600"/>
            <a:ext cx="3749040" cy="260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CLAIM  ·  THE HERO FLOW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07899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₹4,250 field-travel claim → human approval → posted to ledger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3832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1031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Claim + receipt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487168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Fevourd-K  /ngo/finance/claims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05072" y="2148840"/>
            <a:ext cx="3840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407408" y="1965960"/>
            <a:ext cx="33832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905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0288" y="21031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 / Reject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90288" y="2487168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UiPath Action Center (human)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772400" y="2148840"/>
            <a:ext cx="3840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174736" y="1965960"/>
            <a:ext cx="33832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7616" y="21031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Posted to ledger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57616" y="2487168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Fevourd-K  /ngo/ledger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85216" y="2962656"/>
            <a:ext cx="5093208" cy="3570478"/>
          </a:xfrm>
          <a:prstGeom prst="roundRect">
            <a:avLst>
              <a:gd name="adj" fmla="val 25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45000"/>
              </a:srgbClr>
            </a:outerShdw>
          </a:effectLst>
        </p:spPr>
      </p:sp>
      <p:pic>
        <p:nvPicPr>
          <p:cNvPr id="18" name="Image 0" descr="/Users/vikasguru/GURU/FevourdK/docs/agenthack-assets/screenshots/09-finance-clai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017520"/>
            <a:ext cx="4983480" cy="346075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980176" y="2962656"/>
            <a:ext cx="5093208" cy="3570478"/>
          </a:xfrm>
          <a:prstGeom prst="roundRect">
            <a:avLst>
              <a:gd name="adj" fmla="val 25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45000"/>
              </a:srgbClr>
            </a:outerShdw>
          </a:effectLst>
        </p:spPr>
      </p:sp>
      <p:pic>
        <p:nvPicPr>
          <p:cNvPr id="20" name="Image 1" descr="/Users/vikasguru/GURU/FevourdK/docs/agenthack-assets/screenshots/10-ledger-writeb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3017520"/>
            <a:ext cx="4983480" cy="346075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640080" y="6473952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bidirectional integration, end-to-end — no manual re-keying. Money decisions are always human.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 REPORT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078992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Acme CSR's quarterly impact report — assembled on demand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2148840"/>
            <a:ext cx="6858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schedule, the CSR Report agent gathers verified field proof, approved spend, and compliance status from Fevourd-K into one CSR-ready summary — every number traceable to a verified source.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3429000"/>
            <a:ext cx="21488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CBD5E1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3566160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1,240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31520" y="4270248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beneficiaries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926080" y="3429000"/>
            <a:ext cx="21488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CBD5E1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17520" y="3566160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6A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SDG 6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017520" y="4270248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water &amp;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sanitation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212080" y="34290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CBD5E1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303520" y="356616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973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days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303520" y="4270248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time —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~1 week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854696" y="1408176"/>
            <a:ext cx="3767328" cy="2649728"/>
          </a:xfrm>
          <a:prstGeom prst="roundRect">
            <a:avLst>
              <a:gd name="adj" fmla="val 34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45000"/>
              </a:srgbClr>
            </a:outerShdw>
          </a:effectLst>
        </p:spPr>
      </p:sp>
      <p:pic>
        <p:nvPicPr>
          <p:cNvPr id="17" name="Image 0" descr="/Users/vikasguru/GURU/FevourdK/docs/agenthack-assets/screenshots/12-csr-dashboard-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657600" cy="254000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640080" y="507492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used to take a week of chasing teams is ready in seconds, with a full audit trail.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IT'S TRUSTWORTHY &amp; WHAT'S NEXT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≠ unsupervised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349240" cy="1051560"/>
          </a:xfrm>
          <a:prstGeom prst="roundRect">
            <a:avLst>
              <a:gd name="adj" fmla="val 8696"/>
            </a:avLst>
          </a:prstGeom>
          <a:solidFill>
            <a:srgbClr val="1E293B"/>
          </a:solidFill>
          <a:ln w="19050">
            <a:solidFill>
              <a:srgbClr val="F9731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029968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DBA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🔒  Compliance sign-off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450592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→ human in Action Center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874520"/>
            <a:ext cx="5349240" cy="1051560"/>
          </a:xfrm>
          <a:prstGeom prst="roundRect">
            <a:avLst>
              <a:gd name="adj" fmla="val 8696"/>
            </a:avLst>
          </a:prstGeom>
          <a:solidFill>
            <a:srgbClr val="1E293B"/>
          </a:solidFill>
          <a:ln w="19050">
            <a:solidFill>
              <a:srgbClr val="F9731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2029968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DBA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🔒  Finance approve / reject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46520" y="2450592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over threshold → human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2918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657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UiPath Maestro  ·  Studio  ·  Orchestrator  ·  Action Center      │      Laravel 12  ·  Inertia  ·  Vue 3  ·  MySQL  ·  Tailwind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4348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846320"/>
            <a:ext cx="146304" cy="146304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754880"/>
            <a:ext cx="1005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reconciliation + grant-milestone workflows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5257800"/>
            <a:ext cx="146304" cy="146304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5166360"/>
            <a:ext cx="1005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Multi-NGO tenancy (per-NGO Orchestrator folders)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0080" y="5669280"/>
            <a:ext cx="146304" cy="146304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5577840"/>
            <a:ext cx="1005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scoring — auto-approve only the clearest cases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0080" y="6080760"/>
            <a:ext cx="146304" cy="146304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5989320"/>
            <a:ext cx="1005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trust dashboard: every agent action + approver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vikasguru/GURU/FevourdK/docs/agenthack-assets/video/end-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2026-06-27T19:29:41Z</dcterms:created>
  <dcterms:modified xsi:type="dcterms:W3CDTF">2026-06-27T19:29:41Z</dcterms:modified>
</cp:coreProperties>
</file>