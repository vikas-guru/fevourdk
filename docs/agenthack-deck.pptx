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ln w="15875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731520"/>
            <a:ext cx="3474720" cy="3474720"/>
          </a:xfrm>
          <a:prstGeom prst="ellipse">
            <a:avLst/>
          </a:prstGeom>
          <a:ln w="15875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28600"/>
            <a:ext cx="1554480" cy="1554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85800"/>
            <a:ext cx="1554480" cy="1589649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1371600" cy="14067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AgentHack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ImpactOps Maestro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BFD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back-office for NGOs &amp; CSR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4008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</a:t>
            </a:r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of record.    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</a:t>
            </a:r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agentic operations layer.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· Vue · MySQL     ×     UiPath Maestro · Studio · Orchestrator · Action Center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is modern. The operations are still manual.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40080" y="2148840"/>
            <a:ext cx="1977481" cy="27889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17341" y="24688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1217341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1794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886200"/>
            <a:ext cx="16482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renewal docs &amp; expiry dates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73593" y="2148840"/>
            <a:ext cx="1977481" cy="27889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0854" y="24688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45085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965033" y="3474720"/>
            <a:ext cx="1794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38185" y="3886200"/>
            <a:ext cx="16482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Hand-writing every donor update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07107" y="2148840"/>
            <a:ext cx="1977481" cy="27889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684368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198547" y="3474720"/>
            <a:ext cx="1794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proof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71699" y="3886200"/>
            <a:ext cx="16482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Eyeballing photos &amp; locations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40620" y="2148840"/>
            <a:ext cx="1977481" cy="27889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17881" y="24688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7917881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432060" y="3474720"/>
            <a:ext cx="1794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05212" y="3886200"/>
            <a:ext cx="16482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Re-keying receipts into the ledger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574134" y="2148840"/>
            <a:ext cx="1977481" cy="278892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151394" y="24688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4"/>
          <p:cNvSpPr/>
          <p:nvPr/>
        </p:nvSpPr>
        <p:spPr>
          <a:xfrm>
            <a:off x="1015139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665574" y="3474720"/>
            <a:ext cx="1794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reports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38726" y="3886200"/>
            <a:ext cx="16482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Week-long email threads to assemble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31" name="Text 28"/>
          <p:cNvSpPr/>
          <p:nvPr/>
        </p:nvSpPr>
        <p:spPr>
          <a:xfrm>
            <a:off x="1005840" y="53492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6 staff-days / month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of recurring, cross-tool busywork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49808" cy="76434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rules-based chores —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occasional judgment calls.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exact shape of agentic automation:  </a:t>
            </a:r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repeatable, escalate the rest.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Fevourd-K </a:t>
            </a:r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system of record.     </a:t>
            </a:r>
            <a:pPr indent="0" marL="0">
              <a:buNone/>
            </a:pPr>
            <a:r>
              <a:rPr lang="en-US" sz="27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ImpactOps Maestro </a:t>
            </a:r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agentic layer.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2697480"/>
            <a:ext cx="23026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301752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3886200"/>
            <a:ext cx="1799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315968"/>
            <a:ext cx="1799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live state from Fevourd-K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97632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509696" y="2697480"/>
            <a:ext cx="23026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29736" y="3017520"/>
            <a:ext cx="658368" cy="6583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0"/>
          <p:cNvSpPr/>
          <p:nvPr/>
        </p:nvSpPr>
        <p:spPr>
          <a:xfrm>
            <a:off x="3829736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65728" y="3886200"/>
            <a:ext cx="1799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765728" y="4315968"/>
            <a:ext cx="1799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repeatable work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6724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6379312" y="2697480"/>
            <a:ext cx="23026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99352" y="3017520"/>
            <a:ext cx="658368" cy="6583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6699352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35344" y="3886200"/>
            <a:ext cx="1799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635344" y="4315968"/>
            <a:ext cx="1799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judgment calls to a human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736863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9248927" y="2697480"/>
            <a:ext cx="23026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568967" y="301752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9568967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504959" y="3886200"/>
            <a:ext cx="1799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504959" y="4315968"/>
            <a:ext cx="1799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results to the record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perceive → act → escalate → write-back loop, coordinated by UiPath Maestro.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THE TRUST STORY</a:t>
            </a:r>
            <a:endParaRPr lang="en-US" sz="1250" dirty="0"/>
          </a:p>
        </p:txBody>
      </p:sp>
      <p:sp>
        <p:nvSpPr>
          <p:cNvPr id="4" name="Shape 1"/>
          <p:cNvSpPr/>
          <p:nvPr/>
        </p:nvSpPr>
        <p:spPr>
          <a:xfrm>
            <a:off x="2560320" y="1280160"/>
            <a:ext cx="7040880" cy="11430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</p:spPr>
      </p:sp>
      <p:sp>
        <p:nvSpPr>
          <p:cNvPr id="5" name="Text 2"/>
          <p:cNvSpPr/>
          <p:nvPr/>
        </p:nvSpPr>
        <p:spPr>
          <a:xfrm>
            <a:off x="2651760" y="1417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Fevourd-K  </a:t>
            </a:r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(Laravel + Vue + MySQL)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65176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· human portal · API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0" y="3017520"/>
            <a:ext cx="7040880" cy="1051560"/>
          </a:xfrm>
          <a:prstGeom prst="roundRect">
            <a:avLst>
              <a:gd name="adj" fmla="val 8696"/>
            </a:avLst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UiPath ImpactOps Maestro — agentic process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5176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six workflows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↓        ↑  write back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4663440"/>
            <a:ext cx="2164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42360" y="40690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2651760" y="4828032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651760" y="5230368"/>
            <a:ext cx="198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· triggers · assets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98720" y="4663440"/>
            <a:ext cx="2164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40690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090160" y="4828032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agents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090160" y="5230368"/>
            <a:ext cx="198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37120" y="4663440"/>
            <a:ext cx="2164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19160" y="40690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528560" y="4828032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528560" y="5230368"/>
            <a:ext cx="198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never loses control of the data. UiPath never makes the money decision alone.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WORKFLOWS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agentic process. Six coordinated workflows.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16712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21671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83080" y="21671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50976" y="29535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docs, expiry &amp; status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8698" y="18745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1306" y="216712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4661306" y="21671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11698" y="21671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Draft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79594" y="29535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Donor-ready update (draft only)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97317" y="18745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89925" y="216712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8389925" y="21671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40317" y="21671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Proof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408213" y="29535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GPS trail &amp; completion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39319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32688" y="422452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932688" y="42245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783080" y="42245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Claim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950976" y="50109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spend → posts ledger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68698" y="39319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1306" y="4224528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4"/>
          <p:cNvSpPr/>
          <p:nvPr/>
        </p:nvSpPr>
        <p:spPr>
          <a:xfrm>
            <a:off x="4661306" y="42245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511698" y="42245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Report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4679594" y="50109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impact + compliance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97317" y="393192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89925" y="4224528"/>
            <a:ext cx="713232" cy="7132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8389925" y="42245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240317" y="4224528"/>
            <a:ext cx="21284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8408213" y="5010912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handoffs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49808" cy="76434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— FINANCE CLAIM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decisions are always human.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3210458" cy="25146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1879549" y="26517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1879549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receipt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43484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/ngo/finance/claims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41978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490618" y="2331720"/>
            <a:ext cx="3210458" cy="25146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5730088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27778" y="36118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27778" y="406908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Action Center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27778" y="443484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92517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341157" y="2331720"/>
            <a:ext cx="3210458" cy="25146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21" name="Shape 18"/>
          <p:cNvSpPr/>
          <p:nvPr/>
        </p:nvSpPr>
        <p:spPr>
          <a:xfrm>
            <a:off x="9580626" y="26517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9580626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478317" y="36118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ledger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78317" y="406908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478317" y="443484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/ngo/ledger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bidirectional integration, end to end — no manual re-keying.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— FIELD PROOF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Proof, not self-reporting.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checks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5840" y="309067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30358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field session actually active?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05840" y="382219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37673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GPS trail match the assigned site?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05840" y="455371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44988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evidence complete?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2194560"/>
            <a:ext cx="5059375" cy="3291840"/>
          </a:xfrm>
          <a:prstGeom prst="roundRect">
            <a:avLst>
              <a:gd name="adj" fmla="val 2778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73288" y="265176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8473288" y="2651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492240" y="3886200"/>
            <a:ext cx="5059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766560" y="4434840"/>
            <a:ext cx="45107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back to Fevourd-K as funder-grade proof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/ngo/field/sessions/{id}/trail — verifiable, not narrated.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≠ unsupervised.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4505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gates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5840" y="303580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035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64208" y="2999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sign-off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64208" y="3401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in Action Center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399592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995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64208" y="3959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 / Reject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664208" y="4361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over-threshold spend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or compliance call is ever fully automated.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2194560"/>
            <a:ext cx="5425135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24505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92240" y="309067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95160" y="3035808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expiry checks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363931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95160" y="3584448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Donor-update draft assembly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92240" y="418795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4187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95160" y="4133088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Field-evidence verification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92240" y="473659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4736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95160" y="4681728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 gathering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92240" y="5029200"/>
            <a:ext cx="4693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+ triggers, with a full audit trail behind every action.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repeatable. Escalate the rest. Audit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49808" cy="76434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 split of responsibilities.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4871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— agentic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063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Maestro — process orchestration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5753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Studio — 5 workflow packages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4087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Orchestrator — queues / triggers / assets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599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 Center — human approvals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240280"/>
            <a:ext cx="5150815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24871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— system of record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766560" y="3063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Laravel 12 + Inertia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35753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Vue 3 + Tailwind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4087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4599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REST/JSON APIs for read + write-back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folder: Fevourd-K-Demo · sandbox API-token asset · finance-threshold asset · event + cron triggers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581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57200"/>
            <a:ext cx="10042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1250" dirty="0"/>
          </a:p>
        </p:txBody>
      </p:sp>
      <p:sp>
        <p:nvSpPr>
          <p:cNvPr id="4" name="Shape 1"/>
          <p:cNvSpPr/>
          <p:nvPr/>
        </p:nvSpPr>
        <p:spPr>
          <a:xfrm>
            <a:off x="640080" y="14173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148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staff-days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005840" y="3063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monthly busywork →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agent runs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617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…with a full audit trail behind every action.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5425135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92240" y="22402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194560"/>
            <a:ext cx="4144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workflows: donor reconciliation, grant milestones, vendor verification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92240" y="30815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40880" y="3035808"/>
            <a:ext cx="4144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Multi-NGO tenancy — per-NGO folders &amp; approval routing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92240" y="392277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40880" y="3877056"/>
            <a:ext cx="4144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— auto-approve clear cases, escalate the rest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92240" y="476402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40880" y="4718304"/>
            <a:ext cx="4144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trust dashboard — every agent action + approver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651760"/>
            <a:ext cx="4206240" cy="4206240"/>
          </a:xfrm>
          <a:prstGeom prst="ellipse">
            <a:avLst/>
          </a:prstGeom>
          <a:ln w="15875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3291840"/>
            <a:ext cx="2926080" cy="2926080"/>
          </a:xfrm>
          <a:prstGeom prst="ellipse">
            <a:avLst/>
          </a:prstGeom>
          <a:ln w="15875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320040"/>
            <a:ext cx="1371600" cy="13716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85800"/>
            <a:ext cx="1280160" cy="130829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Users/vikasguru/GURU/FevourdK/public/assets/images/fevourd-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1097280" cy="11254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ImpactOps Maestro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FD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back-office for social impact.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sandbox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= system of record   ·   UiPath = agentic layer   ·   UiPath AgentHack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2026-06-27T18:03:40Z</dcterms:created>
  <dcterms:modified xsi:type="dcterms:W3CDTF">2026-06-27T18:03:40Z</dcterms:modified>
</cp:coreProperties>
</file>